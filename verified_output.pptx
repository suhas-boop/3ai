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our presentation on test methodologies. We'll explore key concepts and data-driven insights that shape modern testing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automated testing shows a strong pass rate of 92.3% initially. When failures occur, 7.7% are caused by environment or code issues, and we resolve them quickly in about 2.4 hours on average. This represents an 18% improvement in efficiency over Q4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540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750d63f2-b8df-4b33-82b8-a0dda7837c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866900"/>
            <a:ext cx="6731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Test Presentation: Overview and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4457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4813300"/>
            <a:ext cx="673100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This presentation highlights key concepts and insights in modern testing methodologies, emphasizing numerical data to illustrate trends and principles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0" y="6184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1900" y="6527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0" y="6680200"/>
            <a:ext cx="292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4700" y="6502400"/>
            <a:ext cx="1752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Presenter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700" y="6858000"/>
            <a:ext cx="17526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2026-02-13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29e0d4d-6c75-4535-881a-b4ea3618a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929e0d4d-6c75-4535-881a-b4ea3618a5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6162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Key Metrics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987800"/>
            <a:ext cx="449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Pass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445000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92.3%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" y="5410200"/>
            <a:ext cx="4470400" cy="101600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0000" y="5664200"/>
            <a:ext cx="3987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Automated tests passing on first attempt (Q4 2025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2800" y="3987800"/>
            <a:ext cx="4495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Failure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2800" y="4445000"/>
            <a:ext cx="4495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7.7%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2800" y="5410200"/>
            <a:ext cx="4470400" cy="1016000"/>
          </a:xfrm>
          <a:prstGeom prst="roundRect">
            <a:avLst>
              <a:gd name="adj" fmla="val 1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6800" y="5664200"/>
            <a:ext cx="39878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Tests failing due to environment issues or code conflicts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4114800"/>
            <a:ext cx="3035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Resolution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4572000"/>
            <a:ext cx="30353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2.4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506200" y="5537200"/>
            <a:ext cx="30099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60200" y="5791200"/>
            <a:ext cx="252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Average time to resolve failed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